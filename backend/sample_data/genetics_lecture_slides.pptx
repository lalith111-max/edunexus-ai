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Lecture 3: Molecular Biology &amp; The Central Dogma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The Central Dogma of Molecular Biology describes the flow of genetic information: DNA -&gt; RNA -&gt; Protein.</a:t>
            </a:r>
          </a:p>
          <a:p>
            <a:pPr>
              <a:defRPr sz="1600"/>
            </a:pPr>
            <a:r>
              <a:t>• DNA (Deoxyribonucleic Acid) stores hereditary instructions in a double-helix composed of adenine, thymine, cytosine, and guanine.</a:t>
            </a:r>
          </a:p>
          <a:p>
            <a:pPr>
              <a:defRPr sz="1600"/>
            </a:pPr>
            <a:r>
              <a:t>• Base pairing rules: Adenine pairs with Thymine (A-T via 2 hydrogen bonds), Cytosine pairs with Guanine (C-G via 3 hydrogen bonds).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Transcription &amp; Protein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Transcription: RNA polymerase synthesizes messenger RNA (mRNA) from a DNA template strand in the cell nucleus.</a:t>
            </a:r>
          </a:p>
          <a:p>
            <a:pPr>
              <a:defRPr sz="1600"/>
            </a:pPr>
            <a:r>
              <a:t>• RNA replaces thymine with uracil; adenine in DNA binds to uracil in mRNA during transcript elongation.</a:t>
            </a:r>
          </a:p>
          <a:p>
            <a:pPr>
              <a:defRPr sz="1600"/>
            </a:pPr>
            <a:r>
              <a:t>• Translation: Ribosomes translate mRNA codons (triplets of nucleotides) into amino acid polypeptide chains using tRNA transfer molecules.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Bioenergetics: Cellular Respiration &amp; ATP 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Cellular respiration converts biochemical energy from glucose into adenosine triphosphate (ATP).</a:t>
            </a:r>
          </a:p>
          <a:p>
            <a:pPr>
              <a:defRPr sz="1600"/>
            </a:pPr>
            <a:r>
              <a:t>• Glycolysis occurs in cytoplasm: 1 Glucose -&gt; 2 Pyruvate + 2 net ATP + 2 NADH (anaerobic, no oxygen required).</a:t>
            </a:r>
          </a:p>
          <a:p>
            <a:pPr>
              <a:defRPr sz="1600"/>
            </a:pPr>
            <a:r>
              <a:t>• Krebs Cycle (Citric Acid Cycle) in mitochondrial matrix produces 2 ATP, 6 NADH, and 2 FADH2 per glucose.</a:t>
            </a:r>
          </a:p>
          <a:p>
            <a:pPr>
              <a:defRPr sz="1600"/>
            </a:pPr>
            <a:r>
              <a:t>• Oxidative Phosphorylation on mitochondrial inner membrane produces ~26-28 ATP via ATP synthase, for total net yield of ~30-32 ATP.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Cell Division: Mitosis vs. Meiosis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Mitosis consists of one nuclear division producing 2 genetically identical diploid (2n) somatic cells for growth and tissue repair.</a:t>
            </a:r>
          </a:p>
          <a:p>
            <a:pPr>
              <a:defRPr sz="1600"/>
            </a:pPr>
            <a:r>
              <a:t>• Meiosis consists of two successive nuclear divisions (Meiosis I and Meiosis II) producing 4 genetically diverse haploid (1n) gametes.</a:t>
            </a:r>
          </a:p>
          <a:p>
            <a:pPr>
              <a:defRPr sz="1600"/>
            </a:pPr>
            <a:r>
              <a:t>• Genetic variation in meiosis results from homologous crossing over in Prophase I and independent assortment in Metaphase 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